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Relative inference cost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1M tokens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2C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Flagship</c:v>
                  </c:pt>
                  <c:pt idx="1">
                    <c:v>Mid-tier</c:v>
                  </c:pt>
                  <c:pt idx="2">
                    <c:v>Small</c:v>
                  </c:pt>
                  <c:pt idx="3">
                    <c:v>Distilled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3</c:v>
                </c:pt>
                <c:pt idx="2">
                  <c:v>0.5</c:v>
                </c:pt>
                <c:pt idx="3">
                  <c:v>0.15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0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108960"/>
            <a:ext cx="2011680" cy="20116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AI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Production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production-grade systems  |  October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ELEREFY  ·  AI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models to systems thinking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5544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35808" y="182880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35808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35808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RAG, and evaluation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82896" y="15544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57216" y="182880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57216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cost, and security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04304" y="15544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78624" y="182880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78624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78624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applied AI goes next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prototypes never reach production.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the model. It is everything around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2286000" cy="2926080"/>
          </a:xfrm>
          <a:prstGeom prst="roundRect">
            <a:avLst>
              <a:gd name="adj" fmla="val 3200"/>
            </a:avLst>
          </a:prstGeom>
          <a:solidFill>
            <a:srgbClr val="243842"/>
          </a:solidFill>
          <a:ln w="12700">
            <a:solidFill>
              <a:srgbClr val="24384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554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4688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395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9718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rigor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4747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discipline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Architectures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dominate production agent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interleaved.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tool use,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87452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Execute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0332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first, then execute steps.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workflows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collaborate.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task graphs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 Production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where most RAG systems fail. The model is rarely the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chunks beat fixed-size. Overlap 10-15%.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98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BM25 fusion outperforms either alone.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5643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reranker on top-50 cuts hallucinations sharply.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3367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453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Q&amp;A set, run on every index change.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554480"/>
            <a:ext cx="3017520" cy="2834640"/>
          </a:xfrm>
          <a:prstGeom prst="roundRect">
            <a:avLst>
              <a:gd name="adj" fmla="val 2581"/>
            </a:avLst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521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 → chunk → embed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Hybrid search (top-50)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Rerank → top-5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 with citations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Is the Product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27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Q&amp;A pairs with known-good answers. Version them like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4963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6791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human labels. Watch for self-preference bias.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3649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gates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5478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or model change runs the full suite first.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233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sampling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4165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of 2% of live traffic, weekly calibration.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Pipeline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84248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8470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888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470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8620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67528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989320" y="173736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8470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59168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680960" y="173736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8470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6948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independently testable, versioned, and rollback-safe.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243842"/>
          </a:solidFill>
          <a:ln w="12700">
            <a:solidFill>
              <a:srgbClr val="24384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279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 cannot roll it back, you cannot ship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vs. Latency Tradeoffs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a budget decision as much as a quality one.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55448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5544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7920" y="2194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flagship for quality baselines. Distill and route to smaller models once evals are stable. Most production traffic should run on mid-tier or smaller.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Considerations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retrieved content as untrusted input.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73736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PII before indexing. Scope retrieval by tenant.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4747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 access. Confirm destructive actions.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3474720"/>
            <a:ext cx="128016" cy="128016"/>
          </a:xfrm>
          <a:prstGeom prst="ellipse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agent action with inputs. Replayable runs.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Support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deployment, 90 days of live traffic.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61488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761488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82896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-38%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882896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ticket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04304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4.6/5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7004304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7863840" cy="1097280"/>
          </a:xfrm>
          <a:prstGeom prst="roundRect">
            <a:avLst>
              <a:gd name="adj" fmla="val 6667"/>
            </a:avLst>
          </a:prstGeom>
          <a:solidFill>
            <a:srgbClr val="243842"/>
          </a:solidFill>
          <a:ln w="12700">
            <a:solidFill>
              <a:srgbClr val="24384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it work: golden eval set of 400 tickets, reranked retrieval, human-in-the-loop for refunds above $50.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Shape for AI Products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evals,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tuning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61488" y="15544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9856" y="178308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44368" y="2880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pipelines,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82896" y="15544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41264" y="178308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65776" y="2880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04304" y="15544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62672" y="1783080"/>
            <a:ext cx="548640" cy="548640"/>
          </a:xfrm>
          <a:prstGeom prst="ellipse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87184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87184" y="2880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rollout,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senior teams beat large junior ones. The domain expert is non-negotiable.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Landscape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CrewAI, raw SDKs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one; depth beats breadth.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Qdrant, Pinecone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pgvector. Scale when proven.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Ragas, DeepEval, custom harnesses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golden sets matter more than frameworks.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Langfuse, LangSmith, OpenTelemetry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agent step from day one.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Next 12 Months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78638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+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upgrade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228600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8346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228600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8346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+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2286000"/>
            <a:ext cx="402336" cy="402336"/>
          </a:xfrm>
          <a:prstGeom prst="ellipse">
            <a:avLst/>
          </a:prstGeom>
          <a:solidFill>
            <a:srgbClr val="B9C2CE"/>
          </a:solidFill>
          <a:ln w="12700">
            <a:solidFill>
              <a:srgbClr val="B9C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8346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40817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beat models. The surrounding engineering decides production success.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0665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a first-class artifact. Build it before you scale traffic.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883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7249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caps RAG quality. Invest there before bigger models.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discipline is a feature. Route aggressively to smaller models.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40416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architectural. Least privilege from the first commit.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systems,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demos.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ELEREFY  ·  hazemelerefy@gmail.com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2026-10-13T05:11:14Z</dcterms:created>
  <dcterms:modified xsi:type="dcterms:W3CDTF">2026-10-13T05:11:14Z</dcterms:modified>
</cp:coreProperties>
</file>